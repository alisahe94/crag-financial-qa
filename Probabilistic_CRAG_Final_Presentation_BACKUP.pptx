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Type 1 (narrative + OOC)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base/no-tab</c:v>
                  </c:pt>
                  <c:pt idx="1">
                    <c:v>base/tab</c:v>
                  </c:pt>
                  <c:pt idx="2">
                    <c:v>crag/no-tab</c:v>
                  </c:pt>
                  <c:pt idx="3">
                    <c:v>crag/tab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0.333</c:v>
                </c:pt>
                <c:pt idx="1">
                  <c:v>0.296</c:v>
                </c:pt>
                <c:pt idx="2">
                  <c:v>0.519</c:v>
                </c:pt>
                <c:pt idx="3">
                  <c:v>0.556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Type 3 (table lookup)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base/no-tab</c:v>
                  </c:pt>
                  <c:pt idx="1">
                    <c:v>base/tab</c:v>
                  </c:pt>
                  <c:pt idx="2">
                    <c:v>crag/no-tab</c:v>
                  </c:pt>
                  <c:pt idx="3">
                    <c:v>crag/tab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0.667</c:v>
                </c:pt>
                <c:pt idx="1">
                  <c:v>0.375</c:v>
                </c:pt>
                <c:pt idx="2">
                  <c:v>0.708</c:v>
                </c:pt>
                <c:pt idx="3">
                  <c:v>0.625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Type 4 (multimodal)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base/no-tab</c:v>
                  </c:pt>
                  <c:pt idx="1">
                    <c:v>base/tab</c:v>
                  </c:pt>
                  <c:pt idx="2">
                    <c:v>crag/no-tab</c:v>
                  </c:pt>
                  <c:pt idx="3">
                    <c:v>crag/tab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0.667</c:v>
                </c:pt>
                <c:pt idx="1">
                  <c:v>0.533</c:v>
                </c:pt>
                <c:pt idx="2">
                  <c:v>0.6</c:v>
                </c:pt>
                <c:pt idx="3">
                  <c:v>0.733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6152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Final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Naive RAG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Corrective RAG for Financial Document QA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Routing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P(Relevant | q, d) drives the answer path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Modality-Aware Retrieval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FAISS indexes for text &amp; tables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Fallback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text → table → live web 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Dishen Yang  ·  Siwen Chen  ·  Jiayi 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analysts need precise extraction from massive, multi-modal SEC filings.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77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4389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naive RAG fails on 10-Ks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numbers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Models invent figures rather than admit ignorance — catastrophic in M&amp;A or risk decisions.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flattened to text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Income-statement rows lose row/column structure when chunked at 512 chars.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"I don't know"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 retriever returns top-K regardless of actual relevance — no quality gate.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corpus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mechanism to recognize "this needs a live web lookup, not a 2024 filing."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86400" cy="43891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10312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Quantitative &amp; business analysts; M&amp;A diligence teams; financial-strategy researchers.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Cross-year metric extraction · risk-factor surfacing · disclosure summarization · indicator lookup.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Hallucinated numbers in finance directly translate to bad capital allocation, mispriced trades, and regulatory exposure.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2/13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of the Art &amp; Research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others have built and what still doesn't work.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73152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(Lewis et al., 2020)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cosine retrieval → generation. No quality gate; no fallback.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71800"/>
            <a:ext cx="73152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63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(Yan et al., 2024)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binary relevance evaluator + web fallback. Hard threshold loses nuance.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069080"/>
            <a:ext cx="73152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MultiFinRAG (Gondhalekar et al., 2025)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4805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Modality-aware indexes for text/table/image with tiered retrieval. No probabilistic routing.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548640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417320"/>
            <a:ext cx="73152" cy="4434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research questions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2057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Can a continuous probabilistic evaluator out-perform CRAG's binary router on financial QA?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Does a modality-aware FAISS index (text + table) beat a flattened single index on Type-3 (table) and Type-4 (multi-modal) questions?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886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— Does a 3-way soft router (correct / ambiguous / incorrect) reduce both hallucination and over-refusal compared to a 2-way binary router?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800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— Can a tiered fallback gracefully handle out-of-corpus questions via live web search?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3/13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retrieval gated by a continuous probabilistic evaluator.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0" y="14173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965960"/>
            <a:ext cx="0" cy="3200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237744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·  Text FAISS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θ_text = 0.50,  top-K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·  Table FAISS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θ_table = 0.45,  top-M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37744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·  Tavily Web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when corpus fails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3291840"/>
            <a:ext cx="0" cy="41148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3291840"/>
            <a:ext cx="0" cy="41148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46920" y="3291840"/>
            <a:ext cx="0" cy="41148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3749040"/>
            <a:ext cx="10424160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Evaluator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α · cosine(q, d) + (1 − α) · σ(cross_encoder_logit(q, d))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0760" y="4754880"/>
            <a:ext cx="0" cy="3200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" y="5166360"/>
            <a:ext cx="35661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≥ τ_high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852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answer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5166360"/>
            <a:ext cx="35661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τ_low ≤ score &lt; τ_high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5852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Re-retrieve / accept top-K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0" y="5166360"/>
            <a:ext cx="35661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0392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&lt; τ_low  OR  weak match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5852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web fallback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4/13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Contributions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innovations beyond CRAG and MultiFinRAG.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3736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probabilistic evaluator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9933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CRAG's binary router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P(Relevant | q, d) ∈ [0, 1] combining FAISS cosine and a cross-encoder re-ranker (BGE-reranker). α = 0.4 weights cosine; sigmoid normalizes the cross-encoder logit. The continuous score lets us tune two thresholds for asymmetric risk tolerance.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63240"/>
            <a:ext cx="73152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37560"/>
            <a:ext cx="777240" cy="7772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9164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Three-way soft routing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35935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binary correct/incorrect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ambiguous retrievals (low-confidence in-corpus) from clearly incorrect ones (out-of-corpus). Ambiguous → query rewrite + re-retrieve. Incorrect → live web fallback. Reduces both hallucination and over-refusal.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663440"/>
            <a:ext cx="73152" cy="1417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937760"/>
            <a:ext cx="777240" cy="7772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937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69164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HTML-native table extraction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5193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PDF-only pipelines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5486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BeautifulSoup parser pulls SEC inline-XBRL tables out of `full-submission.txt` archives, preserves row/column structure as Markdown chunks, and stores them in a separate FAISS index — keeping table embeddings from competing with text in retrieval.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5/13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stack, reproducible end-to-end on a single laptop.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(PRIMARY)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Llama-3.1-8B-Instant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Groq LPU API · ~500 tok/s · free tier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63040"/>
            <a:ext cx="73152" cy="2148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(FALLBACK)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2.5 Flash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on Groq rate-limit (free, 15 RPM)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46304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BAAI/bge-base-en-v1.5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768-dim, with query prefix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98280" y="146304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46304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8116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BAAI/bge-reranker-base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8116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probabilistic re-ranker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9476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FAISS (CPU)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text + table indexes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37947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794760"/>
            <a:ext cx="73152" cy="2148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FALLBACK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Tavily Search API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044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tier-3 corrective retrieval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37947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379476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BeautifulSoup + lxml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inline-XBRL → text &amp; table chunks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98280" y="37947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98280" y="379476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8116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8116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8116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CRAG vs Baseline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6/13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Preprocessing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 EDGAR filings → 1,136 modality-tagged chunks.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(May 2026 snapshot)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10-K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10-Q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27,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28, 2026 (Q2 FY26)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30,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31, 2026 (Q3 FY26)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31,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31, 2026 (Q1 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AMZN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31,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31, 2026 (Q1 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31,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31, 2026 (Q1 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63640" y="18745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12280" y="1874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Pull primary 10-K/10-Q HTML from SEC's multi-part submission archive.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7432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12280" y="2743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BeautifulSoup strips &lt;script&gt;, &lt;style&gt;, &lt;ix:hidden&gt; XBRL noise.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36118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12280" y="3611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modality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Numeric-density heuristic (≥3 cols, ≥20% numeric) tags real data tables; layout tables stay in body text.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44805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12280" y="44805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semantically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Sentence embeddings → 95th-percentile distance breakpoints → greedy merge (cos &gt; 0.85).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63640" y="53492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6364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1228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Two FAISS indexes (text + table), bge-base 768-dim embeddings, cosine similarity.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7/13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Probabilistic Evaluator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continuous score replaces CRAG's binary threshold.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score(q, d)  =  α · cosine(q, d)  +  (1 − α) · σ( cross_encoder_logit(q, d) 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0.4    ·    bge-base bi-encoder cosine    ·    BGE-reranker-base cross-encoder logit (sigmoid-normalized)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3657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971800"/>
            <a:ext cx="73152" cy="3154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two signals?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recall-friendly bi-encoder match.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encoding of query + chunk catches subtle precision losses cosine misses.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combination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tunes the trade-off between speed-friendly recall and slow-but-precise verification.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2971800"/>
            <a:ext cx="3657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971800"/>
            <a:ext cx="73152" cy="3154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Three-way decision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352044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τ_high (0.55)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chunks straight to generation.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τ_low ≤ score &lt; τ_high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Ambiguous: rewrite query, re-retrieve.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τ_low  OR  max-cosine &lt; 0.65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Incorrect: replace context with Tavily web search.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971800"/>
            <a:ext cx="3657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971800"/>
            <a:ext cx="73152" cy="3154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CRAG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352044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(Yan 2024) uses one binary threshold and a single 'good / bad' decision.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probabilistic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score to the analyst alongside the answer — auditable, calibratable, and tune-able to per-task risk tolerance without code changes.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8/13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Walkthrough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queries · CRAG vs Baseline · live in Streamlit.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TYPE-3 · TABLE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were Apple's total net sales in FY 2025?”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$416,161M · routes to AMBIGUOUS · pulls from extracted income-statement table chunk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$416,161M · top-K text chunk happens to contain the figure flat-text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017520"/>
            <a:ext cx="73152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 · TEXT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does Microsoft describe its Azure business in the FY 2025 10-K?”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Detailed: Server products &amp; cloud services revenue $98.4B, +23% growth driven by Azure +34%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"Unable to verify" — top-4 text chunks miss the segment-revenue paragraph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17720"/>
            <a:ext cx="73152" cy="1417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OUT-OF-CORPUS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current federal funds rate?”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394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INCORRECT routing → Tavily fallback → "3.50–3.75% (Trading Economics, NerdWallet)"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6692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"I cannot verify" — no fallback path exists in baseline RAG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9/13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ablation conditions × 4 question types = 16-cell signal matrix.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taxonomy (MultiFinRAG)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Narrative paragraphs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/ chart interpretation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Single-cell table lookup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+ table synthesis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conditions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9144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baseline_no_tables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512c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baseline_tables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crag_no_tables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512c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crag_tables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48463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484632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4937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hit rate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5257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accuracy: fraction of expected answer keywords present in generated answer.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251960" y="48463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51960" y="484632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34840" y="4937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precision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434840" y="5257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CRAG-only: fraction where decision (correct/ambiguous/incorrect) matches whether answer is in corpus.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46720" y="48463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46720" y="484632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29600" y="4937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 (ms)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229600" y="5257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end-to-end response time per query, broken out per condition.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10/13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questions × 4 conditions · CRAG-tables wins overall by +17% relative.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hit rate by condition × question type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89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22 questions (5 narrative + 8 table + 5 multimodal + 4 out-of-corpus). 4 ablation conditions.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58368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metrics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0" y="1828800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1828800"/>
            <a:ext cx="73152" cy="1280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KHR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2084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72084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crag_tables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20840" y="29077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0.530 best baseline (+17%)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189720" y="182880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89720" y="182880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0" y="1920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PRECISION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32688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0.909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932688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crag_tables (CRAG-only metric)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83680" y="3291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0" y="365760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95160" y="36393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CRAG-tables wins Type 1 (narrative + OOC) by +67% over best baseline (0.556 vs 0.333).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83680" y="429768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95160" y="427939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CRAG-tables wins Type 4 (multimodal synthesis) by +10% (0.733 vs 0.667).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583680" y="4937760"/>
            <a:ext cx="292608" cy="29260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95160" y="491947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(table) is essentially tied — naive RAG is strong here because numerical figures appear redundantly across MD&amp;A and statements.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83680" y="557784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995160" y="555955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routing precision (CRAG-tables) — a quality signal only the corrective architecture produces.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11/13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weaknesses and concrete next steps.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4754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confidence sits ~0.55–0.60 across most queries; routing badge is too often AMBIGUOUS to be informative.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ceiling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 MiniLM was trained on web search, not financial filings — discrimination plateaus.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modality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Type-2 questions (charts/graphs) are not yet supported; tier reverts to text-only.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rate limits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6k TPM throttles the 120-call ablation; Gemini fallback helps but adds latency.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417320"/>
            <a:ext cx="73152" cy="4754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54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0574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LLM-classified routing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LLM to pre-classify each query as text / table / OOC and bias retrieval accordingly.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0632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cross-encoder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small SEC-derived (q, d, relevance) dataset to improve scoring discrimination.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40690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pipeline for Type 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chart-understanding model to handle bar-chart and trend questions in 10-K appendices.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507492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on a held-out set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τ_high / τ_low against the labeled eval set to produce more useful routing badges.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12/13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1216152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CRAG for Financial QA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evaluator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P(Relevant | q, d) replaces CRAG's binary threshold with a tunable, auditable score.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71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Modality-aware retrieval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Separate FAISS indexes for text and HTML-extracted tables — 631 + 505 chunks across 10 SEC filings.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49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fallback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Text → table → live web (Tavily) — gracefully handles out-of-corpus questions like "current federal funds rate".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26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reproducible stack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Llama-3.1-8B on Groq + bge-base + FAISS + Streamlit; one command launch (./run.sh) on a single laptop.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13/13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Probabilistic Corrective RAG for Financial Document QA</dc:title>
  <dc:subject>PptxGenJS Presentation</dc:subject>
  <dc:creator>Yang, Chen, He</dc:creator>
  <cp:lastModifiedBy>Yang, Chen, He</cp:lastModifiedBy>
  <cp:revision>1</cp:revision>
  <dcterms:created xsi:type="dcterms:W3CDTF">2026-05-07T18:25:50Z</dcterms:created>
  <dcterms:modified xsi:type="dcterms:W3CDTF">2026-05-07T18:25:50Z</dcterms:modified>
</cp:coreProperties>
</file>