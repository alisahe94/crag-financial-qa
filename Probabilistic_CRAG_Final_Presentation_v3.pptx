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20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Type 1 (narrative + OOC)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0.333</c:v>
                </c:pt>
                <c:pt idx="1">
                  <c:v>0.296</c:v>
                </c:pt>
                <c:pt idx="2">
                  <c:v>0.519</c:v>
                </c:pt>
                <c:pt idx="3">
                  <c:v>0.556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Type 3 (table lookup)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0.667</c:v>
                </c:pt>
                <c:pt idx="1">
                  <c:v>0.375</c:v>
                </c:pt>
                <c:pt idx="2">
                  <c:v>0.708</c:v>
                </c:pt>
                <c:pt idx="3">
                  <c:v>0.625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Type 4 (multimodal)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base/no-tab</c:v>
                  </c:pt>
                  <c:pt idx="1">
                    <c:v>base/tab</c:v>
                  </c:pt>
                  <c:pt idx="2">
                    <c:v>crag/no-tab</c:v>
                  </c:pt>
                  <c:pt idx="3">
                    <c:v>crag/tab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0.667</c:v>
                </c:pt>
                <c:pt idx="1">
                  <c:v>0.533</c:v>
                </c:pt>
                <c:pt idx="2">
                  <c:v>0.6</c:v>
                </c:pt>
                <c:pt idx="3">
                  <c:v>0.733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12161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Final 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Naive RAG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Corrective RAG for Financial Document QA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Routing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P(Relevant | q, d) drives the answer path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Retrieval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FAISS indexes for text &amp; tables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Fallback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5669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text → table → live web search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Dishen Yang  ·  Siwen Chen  ·  Jiayi 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 need precise extraction from massive, multi-modal SEC filings.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778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43891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6002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naive RAG fails on 10-Ks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numbers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Models invent figures rather than admit ignorance — catastrophic in M&amp;A or risk decisions.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flattened to text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Income-statement rows lose row/column structure when chunked at 512 chars.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"I don't know"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Standard retriever returns top-K regardless of actual relevance — no quality gate.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corpus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mechanism to recognize "this needs a live web lookup, not a 2024 filing."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438912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46520" y="210312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Quantitative &amp; business analysts; M&amp;A diligence teams; financial-strategy researchers.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Cross-year metric extraction · risk-factor surfacing · disclosure summarization · indicator lookup.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Hallucinated numbers in finance directly translate to bad capital allocation, mispriced trades, and regulatory exposure.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2/14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of the Art &amp; 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others have built and what still doesn't work.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87452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965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RAG (Lewis et al., 2020)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cosine retrieval → generation. No quality gate; no fallback.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297180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0632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et al., 2024)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binary relevance evaluator + web fallback. Hard threshold loses nuance.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7200" y="4069080"/>
            <a:ext cx="73152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580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MultiFinRAG (Gondhalekar et al., 2025)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4805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indexes for text/table/image with tiered retrieval. No probabilistic routing.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486400" cy="4434840"/>
          </a:xfrm>
          <a:prstGeom prst="rect">
            <a:avLst/>
          </a:prstGeom>
          <a:solidFill>
            <a:srgbClr val="F8FAFC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63640" y="1417320"/>
            <a:ext cx="73152" cy="4434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4652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research questions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2057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— Can a continuous probabilistic evaluator out-perform CRAG's binary router on financial QA?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9718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— Does a modality-aware FAISS index (text + table) beat a flattened single index on Type-3 (table) and Type-4 (multi-modal) questions?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— Does a 3-way soft router (correct / ambiguous / incorrect) reduce both hallucination and over-refusal compared to a 2-way binary router?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48006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— Can a tiered fallback gracefully handle out-of-corpus questions via live web search?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3/14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retrieval gated by a continuous probabilistic evaluator.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0640" y="141732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206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96596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·  Text FAISS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θ_text = 0.50,  top-K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2628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·  Table FAISS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θ_table = 0.45,  top-M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377440"/>
            <a:ext cx="33832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046720" y="24688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·  Tavily Web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corpus fails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12648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46920" y="3291840"/>
            <a:ext cx="0" cy="41148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14400" y="3749040"/>
            <a:ext cx="10424160" cy="96012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97280" y="3840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Evaluator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α · cosine(q, d) + (1 − α) · σ(cross_encoder_logit(q, d))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80760" y="4754880"/>
            <a:ext cx="0" cy="3200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2296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≥ τ_high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answer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8056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6344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6344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τ_low ≤ score &lt; τ_high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Re-retrieve / accept top-K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321040" y="5166360"/>
            <a:ext cx="356616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50392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03920" y="5577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&lt; τ_low  OR  weak match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03920" y="5852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web fallback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4/14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Contributions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innovations beyond CRAG and MultiFinRAG.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85800" y="173736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5800" y="1737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645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probabilistic evaluator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933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CRAG's binary 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P(Relevant | q, d) ∈ [0, 1] combining FAISS cosine and a cross-encoder re-ranker (BGE-reranker). α = 0.4 weights cosine; sigmoid normalizes the cross-encoder logit. The continuous score lets us tune two thresholds for asymmetric risk tolerance.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06324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85800" y="3337560"/>
            <a:ext cx="777240" cy="77724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3337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91640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soft routing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35935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binary correct/incorrect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8862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ambiguous retrievals (low-confidence in-corpus) from clearly incorrect ones (out-of-corpus). Ambiguous → query rewrite + re-retrieve. Incorrect → live web fallback. Reduces both hallucination and over-refusal.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6344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466344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85800" y="4937760"/>
            <a:ext cx="777240" cy="7772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4937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69164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HTML-native table extraction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5193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PDF-only pipelines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5486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BeautifulSoup parser pulls SEC inline-XBRL tables out of `full-submission.txt` archives, preserves row/column structure as key-value sentence chunks, and stores them in a separate FAISS index — keeping table embeddings from competing with text in retrieval.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5/14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stack, reproducible end-to-end on a single laptop.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(PRIMARY)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Llama-3.1-8B-Instant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Groq LPU API · ~500 tok/s · free tier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337560" y="1463040"/>
            <a:ext cx="73152" cy="21488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(FALLBACK)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2.5 Flash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Groq rate-limit (free, 15 RPM)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BAAI/bge-base-en-v1.5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768-dim, with query prefix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98280" y="146304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98280" y="146304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8116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8116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BAAI/bge-reranker-base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8116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probabilistic re-ranker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FAISS (CPU)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text + table indexes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337560" y="3794760"/>
            <a:ext cx="73152" cy="21488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52044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Tavily Search API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044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tier-3 corrective retrieval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21792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BeautifulSoup + lxml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inline-XBRL → text &amp; table chunks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98280" y="379476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098280" y="3794760"/>
            <a:ext cx="73152" cy="2148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928116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UI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81160" y="42976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81160" y="4983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CRAG vs Baseline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7/14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 EDGAR filings → 1,136 modality-tagged chunks.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(May 2026 snapshot)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10-K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10-Q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27,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28, 2026 (Q2 FY26)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30,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(Q3 FY26)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31, 2025 (FY25)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31, 2026 (Q1 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87452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263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12280" y="1874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primary 10-K/10-Q HTML from SEC's multi-part submission archive.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74320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26364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12280" y="2743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BeautifulSoup strips &lt;script&gt;, &lt;style&gt;, &lt;ix:hidden&gt; XBRL noise.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361188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6364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12280" y="36118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modality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Numeric-density heuristic (≥3 cols, ≥20% numeric) tags real data tables; layout tables stay in body text.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448056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63640" y="4480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812280" y="44805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semantically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Sentence embeddings → 95th-percentile distance breakpoints → greedy merge (cos &gt; 0.85).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63640" y="5349240"/>
            <a:ext cx="411480" cy="4114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6364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81228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Two FAISS indexes (text + table), bge-base 768-dim embeddings, cosine similarity.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8/14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Probabilistic Evaluator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continuous score replaces CRAG's binary threshold.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score(q, d)  =  α · cosine(q, d)  +  (1 − α) · σ( cross_encoder_logit(q, d) 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0.4    ·    bge-base bi-encoder cosine    ·    BGE-reranker-base cross-encoder logit (sigmoid-normalized)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971800"/>
            <a:ext cx="73152" cy="3154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two signals?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recall-friendly bi-encoder match.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encoding of query + chunk catches subtle precision losses cosine misses.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combination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tunes the trade-off between speed-friendly recall and slow-but-precise verification.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251960" y="2971800"/>
            <a:ext cx="73152" cy="3154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43484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Three-way decision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τ_high (0.75)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chunks straight to generation.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τ_low ≤ score &lt; τ_high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Ambiguous: rewrite query, re-retrieve.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τ_low  AND  max-cosine &lt; 0.65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fallback fires only when corpus is weak. max-cosine ≥ 0.65 is a strong-corpus-match guard that keeps CRAG on corpus when at least one chunk clearly fits.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971800"/>
            <a:ext cx="36576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46720" y="2971800"/>
            <a:ext cx="73152" cy="3154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29600" y="3108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352044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(Yan 2024) uses one binary threshold and a single 'good / bad' decision.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probabilistic version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score to the analyst alongside the answer — auditable, calibratable, and tune-able to per-task risk tolerance without code changes.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9/14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queries · CRAG vs Baseline · live in Streamlit.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TYPE-4 · MULTIMODAL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Meta's family of apps DAU change in 2025, and what does management say about Reality Labs spending?”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945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text+table · routing CORRECT · DAU 3.58B from table chunk + Reality Labs prose synthesized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Both halves answered at top_k=5 · but no routing badge, no tier, no confidence — opaque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OUT-OF-CORPUS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was Microsoft's Azure revenue growth in FY 2025, and what is Microsoft's current stock price?”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794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text+table+web · completeness check fires · Azure 34% growth from corpus + live stock price from web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40690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Cannot reach the web — refuses or hallucinates the stock price from training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17720"/>
            <a:ext cx="11247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4617720"/>
            <a:ext cx="73152" cy="1417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OUT-OF-CORPUS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80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current price of Bitcoin?”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53949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Tier web (OOC) · classified out_of_corpus · routes to Tavily · sourced live price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6692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fallback path — refuses or hallucinates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10/14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ablation conditions × 4 question types = 16-cell signal matrix.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taxonomy (MultiFinRAG)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Narrative paragraphs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/ chart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Single-cell table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+ table synthesis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conditions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371600"/>
                <a:gridCol w="9144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baseline_no_tables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512c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crag_no_tables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512c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crag_tables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45720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008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hit rate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4008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accuracy: fraction of expected answer keywords present in generated answer.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25196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425196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43484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Routing precision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3484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CRAG-only: fraction where decision (correct/ambiguous/incorrect) matches whether answer is in corpus.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046720" y="4846320"/>
            <a:ext cx="36576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046720" y="484632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8229600" y="4937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 (ms)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229600" y="52578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end-to-end response time per query, broken out per condition.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11/14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questions × 4 conditions · CRAG-tables wins overall by +17% relative.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Keyword hit rate by condition × question type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82880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89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22 questions (5 narrative + 8 table + 5 multimodal + 4 out-of-corpus). 4 ablation conditions.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583680" y="1417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metrics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583680" y="1828800"/>
            <a:ext cx="24688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583680" y="1828800"/>
            <a:ext cx="73152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72084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KHR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720840" y="2148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720840" y="2697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crag_tables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20840" y="29077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0.530 best baseline (+17%)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9189720" y="1828800"/>
            <a:ext cx="26060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189720" y="1828800"/>
            <a:ext cx="73152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326880" y="1920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PRECISION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9326880" y="21488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0.909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9326880" y="2697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crag_tables (CRAG-only metric)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83680" y="32918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365760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58368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995160" y="363931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CRAG-tables wins Type 1 (narrative + OOC) by +67% over best baseline (0.556 vs 0.333).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6583680" y="429768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583680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995160" y="427939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CRAG-tables wins Type 4 (multimodal synthesis) by +10% (0.733 vs 0.667).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583680" y="493776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583680" y="4937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95160" y="491947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(table) is essentially tied — naive RAG is strong here because numerical figures appear redundantly across MD&amp;A and statements.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583680" y="5577840"/>
            <a:ext cx="292608" cy="29260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58368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995160" y="5559552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routing precision (CRAG-tables) — a quality signal only the corrective architecture produces.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12/14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weaknesses and concrete next steps.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417320"/>
            <a:ext cx="73152" cy="47548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calibration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confidence is dragged down by reranker noise; routing badge often shows AMBIGUOUS even when one chunk strongly matches. A calibrated evaluator (logistic regression on labeled (q, d) pairs) would give actual probabilities rather than hand-tuned weighted sums.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ceiling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BAAI/bge-reranker-base scores are uncalibrated on financial language; routing relies on multiple guard rails (cosine ordering, strong-match guard) to compensate. Calibrating on a labeled validation set is open work.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modality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Type-2 questions (charts/graphs) are not yet supported; tier reverts to text-only.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rate limits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6k TPM throttles the 120-call ablation; Gemini fallback helps but adds latency.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73152" cy="4754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92240" y="15544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Strip-level knowledge refinement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sentence-level strips inside chunks (the original CRAG paper's contribution we did not yet implement) — directly addresses lost-in-the-middle failures on long MD&amp;A passages.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06324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the cross-encoder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small SEC-derived (q, d, relevance) dataset to improve scoring discrimination.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4069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pipeline for Type 2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chart-understanding model to handle bar-chart and trend questions in 10-K appendices.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on a held-out set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τ_high / τ_low against the labeled eval set to produce more useful routing badges.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13/14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63640"/>
            <a:ext cx="12161520" cy="54864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Probabilistic CRAG for Financial QA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1945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evaluator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P(Relevant | q, d) replaces CRAG's binary threshold with a tunable, auditable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Modality-aware retrieval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Separate FAISS indexes for text and HTML-extracted tables — 631 + 505 chunks across 10 SEC filings.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749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fallback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Text → table → live web (Tavily) — gracefully handles out-of-corpus questions like "current federal funds rate".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526280"/>
            <a:ext cx="45720" cy="5943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4526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reproducible stack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Llama-3.1-8B on Groq + bge-base + FAISS + Streamlit; one command launch (./run.sh) on a single laptop.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5293 GenAI · Probabilistic CRAG · 14/14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4A3B8"/>
                </a:solidFill>
                <a:latin typeface="Calibri"/>
              </a:rPr>
              <a:t>ARCHITECTURE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Georgia"/>
              </a:rPr>
              <a:t>What Changes from Baseline?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Component-by-component diff. Same corpus, same generator — only the architecture differs.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11680"/>
          <a:ext cx="11277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023360"/>
                <a:gridCol w="5242560"/>
              </a:tblGrid>
              <a:tr h="41148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Baseline RAG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Probabilistic CRAG (Ours)</a:t>
                      </a:r>
                    </a:p>
                  </a:txBody>
                  <a:tcPr>
                    <a:solidFill>
                      <a:srgbClr val="2A9D8F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Single flat-text FAISS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Top-K cosine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Hybrid: separate text + table FAISS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Per-query-type composition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Quality gate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None — top-K is final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Probabilistic evaluator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P(Relevant | q, d) ∈ [0, 1]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Routing decision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N/A — always generate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3-way soft routing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CORRECT / AMBIGUOUS / INCORRECT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Query classification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LLM classifier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table_lookup / narrative / multimodal / OOC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Out-of-corpus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Hallucinate or refuse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Tavily web fallback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Sourced live 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Multi-part synthesis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Single retrieval + single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Completeness check + sharper re-prompt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+ optional web augmentation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E2761"/>
                          </a:solidFill>
                          <a:latin typeface="Calibri"/>
                        </a:rPr>
                        <a:t>Interpretability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Just an answer (opaque)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rIns="73152"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Visible badges: query type, routing,</a:t>
                      </a:r>
                    </a:p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Calibri"/>
                        </a:rPr>
                        <a:t>tier, confidence + readable citations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STAT 5293 GenAI · Probabilistic CRAG · 6/14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Probabilistic Corrective RAG for Financial Document QA</dc:title>
  <dc:subject>PptxGenJS Presentation</dc:subject>
  <dc:creator>Yang, Chen, He</dc:creator>
  <cp:lastModifiedBy>Yang, Chen, He</cp:lastModifiedBy>
  <cp:revision>1</cp:revision>
  <dcterms:created xsi:type="dcterms:W3CDTF">2026-05-07T18:25:50Z</dcterms:created>
  <dcterms:modified xsi:type="dcterms:W3CDTF">2026-05-07T18:25:50Z</dcterms:modified>
</cp:coreProperties>
</file>